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Ensemble Methods for Sequence Classification with HMMs</a:t>
            </a:r>
          </a:p>
          <a:p>
            <a:r>
              <a:t>Data Science Team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Business Context</a:t>
            </a:r>
          </a:p>
          <a:p>
            <a:r>
              <a:t>2. Problem Statement</a:t>
            </a:r>
          </a:p>
          <a:p>
            <a:r>
              <a:t>3. Why Existing Methods Fail</a:t>
            </a:r>
          </a:p>
          <a:p>
            <a:r>
              <a:t>4. Proposed HMM-e Framework</a:t>
            </a:r>
          </a:p>
          <a:p>
            <a:r>
              <a:t>5. Mathematical Formulation</a:t>
            </a:r>
          </a:p>
          <a:p>
            <a:r>
              <a:t>6. Training &amp; Inference</a:t>
            </a:r>
          </a:p>
          <a:p>
            <a:r>
              <a:t>7. Results</a:t>
            </a:r>
          </a:p>
          <a:p>
            <a:r>
              <a:t>8.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Sequence data in banking:</a:t>
            </a:r>
          </a:p>
          <a:p>
            <a:r>
              <a:t>• Transactions</a:t>
            </a:r>
          </a:p>
          <a:p>
            <a:r>
              <a:t>• Client behavior</a:t>
            </a:r>
          </a:p>
          <a:p>
            <a:r>
              <a:t>• Logs &amp; alerts</a:t>
            </a:r>
          </a:p>
          <a:p>
            <a:r>
              <a:t>• Fraud &amp; AML</a:t>
            </a:r>
          </a:p>
          <a:p>
            <a:r>
              <a:t>Highly imbalanced &amp; variable length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Binary / Multi-class sequence classification under:</a:t>
            </a:r>
          </a:p>
          <a:p>
            <a:r>
              <a:t>• Extreme class imbalance</a:t>
            </a:r>
          </a:p>
          <a:p>
            <a:r>
              <a:t>• Variable sequence lengths</a:t>
            </a:r>
          </a:p>
          <a:p>
            <a:r>
              <a:t>• Limited labeled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Likelihoods depend on sequence length</a:t>
            </a:r>
          </a:p>
          <a:p>
            <a:r>
              <a:t>• Neural nets overfit minority class</a:t>
            </a:r>
          </a:p>
          <a:p>
            <a:r>
              <a:t>• Accuracy misleading under imbalance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HMMs?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Generative</a:t>
            </a:r>
          </a:p>
          <a:p>
            <a:r>
              <a:t>• Interpretable</a:t>
            </a:r>
          </a:p>
          <a:p>
            <a:r>
              <a:t>• Handle variable length</a:t>
            </a:r>
          </a:p>
          <a:p>
            <a:r>
              <a:t>• Efficient on small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Single HMM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One model per class is too coarse</a:t>
            </a:r>
          </a:p>
          <a:p>
            <a:r>
              <a:t>• Cannot capture multiple behavior modes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an ensemble of diverse HMMs instead of a single HMM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HMM-e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Train multiple HMMs per class</a:t>
            </a:r>
          </a:p>
          <a:p>
            <a:r>
              <a:t>• Each trained on random data subsets</a:t>
            </a:r>
          </a:p>
          <a:p>
            <a:r>
              <a:t>• Compare models pairwise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Ensemble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each class:</a:t>
            </a:r>
          </a:p>
          <a:p>
            <a:r>
              <a:t>• N models</a:t>
            </a:r>
          </a:p>
          <a:p>
            <a:r>
              <a:t>• Each sees s% of data</a:t>
            </a:r>
          </a:p>
          <a:p>
            <a:r>
              <a:t>• Encourages diversity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not compare raw likelihoods</a:t>
            </a:r>
          </a:p>
          <a:p>
            <a:r>
              <a:t>Compare likelihoods pairwise across models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Composite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Counts how often positive HMMs outperform negative HMMs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s(O) = Σᵢ Σⱼ 𝟙[p(O|λᵢ⁺) &gt; p(O|λⱼ⁻)]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Score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Range: 0 → N×M</a:t>
            </a:r>
          </a:p>
          <a:p>
            <a:r>
              <a:t>Higher = more positive-like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Length Invariance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direct comparison of likelihood magnitudes</a:t>
            </a:r>
          </a:p>
          <a:p>
            <a:r>
              <a:t>Automatically normalizes for sequence length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Threshold composite score to classify sequences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all HMM likelihoods as features</a:t>
            </a:r>
          </a:p>
          <a:p>
            <a:r>
              <a:t>Normalize and feed to SVM / NN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Downstream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HMM-e + SVM</a:t>
            </a:r>
          </a:p>
          <a:p>
            <a:r>
              <a:t>• HMM-e + Neural Network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Works for Imbalance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Voting reduces noise</a:t>
            </a:r>
          </a:p>
          <a:p>
            <a:r>
              <a:t>• Minority patterns preserved</a:t>
            </a:r>
          </a:p>
          <a:p>
            <a:r>
              <a:t>• Robust decision boundary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Outperforms CNN/LSTM under 50:1 imbalance</a:t>
            </a:r>
          </a:p>
          <a:p>
            <a:r>
              <a:t>Higher Average Precision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HMM = behavioral prototype</a:t>
            </a:r>
          </a:p>
          <a:p>
            <a:r>
              <a:t>Easy to explain decisions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CPU friendly</a:t>
            </a:r>
          </a:p>
          <a:p>
            <a:r>
              <a:t>• Parallel training</a:t>
            </a:r>
          </a:p>
          <a:p>
            <a:r>
              <a:t>• Production-ready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Banking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Fraud detection</a:t>
            </a:r>
          </a:p>
          <a:p>
            <a:r>
              <a:t>• AML monitoring</a:t>
            </a:r>
          </a:p>
          <a:p>
            <a:r>
              <a:t>• Client behavior modeling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Ensemble &gt; single HMM</a:t>
            </a:r>
          </a:p>
          <a:p>
            <a:r>
              <a:t>• Composite score is the key</a:t>
            </a:r>
          </a:p>
          <a:p>
            <a:r>
              <a:t>• Strong under imbalance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